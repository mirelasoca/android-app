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rela S" userId="0ef7b718fe056eea" providerId="LiveId" clId="{F9201889-F675-4A90-8B8B-D0010EAD3378}"/>
    <pc:docChg chg="delSld">
      <pc:chgData name="Merela S" userId="0ef7b718fe056eea" providerId="LiveId" clId="{F9201889-F675-4A90-8B8B-D0010EAD3378}" dt="2021-02-12T09:48:36.293" v="0" actId="47"/>
      <pc:docMkLst>
        <pc:docMk/>
      </pc:docMkLst>
      <pc:sldChg chg="del">
        <pc:chgData name="Merela S" userId="0ef7b718fe056eea" providerId="LiveId" clId="{F9201889-F675-4A90-8B8B-D0010EAD3378}" dt="2021-02-12T09:48:36.293" v="0" actId="47"/>
        <pc:sldMkLst>
          <pc:docMk/>
          <pc:sldMk cId="3093533057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F4E6D-8270-4266-8D4D-988E0E9BE7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3B5304-6FEC-4010-99B3-885C2B5419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BD621-7EFB-49C0-84F1-0A28E970E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C6C65-FA9E-4049-929C-5DE4657B5B3C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25CE2-72BE-421A-A8D3-8CEA13940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BB7F9-E820-4442-994F-86EC718F3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DE08A-B0C3-4398-81FB-79382E8ED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553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0AD9-0121-4DD0-B00A-ECC046C82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3CF72-4561-4729-B0FB-CFB1A378A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4CB29-A399-40B8-A894-7EC1DC96C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C6C65-FA9E-4049-929C-5DE4657B5B3C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E8B48-542F-45CA-94EA-1950149A3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27B9E-20AA-4155-B923-0E345CC93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DE08A-B0C3-4398-81FB-79382E8ED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803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6CB62-51F8-4F6C-AD19-0821E23A9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34778-E11C-4178-96B6-F53D4A4FA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F79F7-F7C9-446A-87BA-381DFA562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C6C65-FA9E-4049-929C-5DE4657B5B3C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60C8A-B629-4363-A504-820F9E903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A71A0-ECAB-4A9B-A781-2CA184FBD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DE08A-B0C3-4398-81FB-79382E8ED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309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43568-D655-4A70-A627-0F4F28667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76F6E-BBD1-4B1E-BCE1-008CABF47C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CFCB51-EECD-4878-8BDB-F940A04DC5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186BA-D406-47AB-8E88-0083EF707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C6C65-FA9E-4049-929C-5DE4657B5B3C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CF0D2D-8F3D-43E9-AA40-B7EE25D19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E41604-9A5A-4972-AFD3-6CEBC70CF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DE08A-B0C3-4398-81FB-79382E8ED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87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6A34-7B00-414E-BDEC-29D820B7C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D5E448-7BBE-4B45-8CF5-4B65F8964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25959-8B8A-4CB2-9EA7-C0F4DE3359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9DE869-44AC-4FE7-8DC2-42FE1304F3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61E680-7A24-49EA-9471-54818CEF9B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A9C821-734B-451A-8416-026C78393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C6C65-FA9E-4049-929C-5DE4657B5B3C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EBEB7C-96A7-40D5-912F-90277799C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8C3197-8357-41F8-951F-DE91590B5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DE08A-B0C3-4398-81FB-79382E8ED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160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F4886-B80C-4CE8-8329-3CA2CD56E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6B2523-5638-42EB-8BFF-60D116469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C6C65-FA9E-4049-929C-5DE4657B5B3C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1BCC33-8090-4258-A6A4-8DA2ED07D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ED9F34-D5FC-4383-8888-CDEBFF1BB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DE08A-B0C3-4398-81FB-79382E8ED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173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9A0619-0AB1-4875-AE1A-4DC3CB698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C6C65-FA9E-4049-929C-5DE4657B5B3C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918943-B3A0-47A8-9C4F-F7AB20018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2C26F-CE22-42C6-8C72-2DB4C642E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DE08A-B0C3-4398-81FB-79382E8ED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753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F56DA-3F40-4474-9CF5-7ED5A9E18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489CF-E302-45EA-8933-53822A009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E087EA-6FAB-48F4-98D6-D37ACB2B9C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9FE2FC-1263-430D-92D0-4DD934362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C6C65-FA9E-4049-929C-5DE4657B5B3C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028E8D-184E-4D3B-A30F-7CC55252C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9EE76A-D22D-4B18-B051-637D4104C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DE08A-B0C3-4398-81FB-79382E8ED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944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45B6B-57B9-4854-BD7D-A42FEC8D8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7FC0C1-741E-4168-A944-515CDAA3A2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90F4D0-8852-4374-8083-FB43666920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53D55B-62EB-4683-B345-5208CE217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C6C65-FA9E-4049-929C-5DE4657B5B3C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2349E3-0FE5-4549-8A91-133127579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9474F-96BA-4CE6-B03D-DD25E68ED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DE08A-B0C3-4398-81FB-79382E8ED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149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0FF16-CF29-4EE3-8E4C-4EA8D5FDF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298A3B-B7CA-4EC8-861B-F382B5121E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7D24E-FC1E-40D3-A6C2-CFE6EF291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C6C65-FA9E-4049-929C-5DE4657B5B3C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AC1E2-EE9C-4E20-9D11-D30378BF0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0CCF1-E302-460E-B8BB-6CD3E681A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DE08A-B0C3-4398-81FB-79382E8ED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240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E86C3E-B3B8-4437-ADF4-6535196E9B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15DFFC-637E-432F-932B-3E96588200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929A8-B4CA-4DF5-B6B8-C38B58D37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C6C65-FA9E-4049-929C-5DE4657B5B3C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B1983-5803-4BF5-9052-A3747112B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B1836-55A6-4A76-8831-A0FE6E370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DE08A-B0C3-4398-81FB-79382E8ED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910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CC66E0-344B-4CF5-A997-C70B960AB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E16C08-990D-481E-B75B-72BADC48C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B5206-BC4B-4E38-8CB0-C34649536D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DC6C65-FA9E-4049-929C-5DE4657B5B3C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BE654-CDC0-48F1-8F0C-A1E3DB074B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57C1A-448A-4166-B506-CFDDB5458A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9DE08A-B0C3-4398-81FB-79382E8ED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61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C19E76B-E714-45E8-A22A-4CDA730E2E51}"/>
              </a:ext>
            </a:extLst>
          </p:cNvPr>
          <p:cNvSpPr/>
          <p:nvPr/>
        </p:nvSpPr>
        <p:spPr>
          <a:xfrm>
            <a:off x="5210175" y="314325"/>
            <a:ext cx="1552575" cy="92392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EBBE6F0-1836-43F6-A528-EB7FCA918842}"/>
              </a:ext>
            </a:extLst>
          </p:cNvPr>
          <p:cNvSpPr/>
          <p:nvPr/>
        </p:nvSpPr>
        <p:spPr>
          <a:xfrm>
            <a:off x="8321978" y="1504950"/>
            <a:ext cx="1552575" cy="92392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284395B-831B-4893-9BC9-839729253734}"/>
              </a:ext>
            </a:extLst>
          </p:cNvPr>
          <p:cNvSpPr/>
          <p:nvPr/>
        </p:nvSpPr>
        <p:spPr>
          <a:xfrm>
            <a:off x="4248150" y="1485900"/>
            <a:ext cx="1552575" cy="92392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A7F44C7-AABB-4094-A732-4EA8CB51D837}"/>
              </a:ext>
            </a:extLst>
          </p:cNvPr>
          <p:cNvSpPr/>
          <p:nvPr/>
        </p:nvSpPr>
        <p:spPr>
          <a:xfrm>
            <a:off x="678509" y="1504951"/>
            <a:ext cx="1552575" cy="92392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8D1624-9D70-4EB2-BBC0-756693323BD7}"/>
              </a:ext>
            </a:extLst>
          </p:cNvPr>
          <p:cNvSpPr txBox="1"/>
          <p:nvPr/>
        </p:nvSpPr>
        <p:spPr>
          <a:xfrm>
            <a:off x="5524500" y="561975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My App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491412-4A92-4551-A5F4-7F750AF47147}"/>
              </a:ext>
            </a:extLst>
          </p:cNvPr>
          <p:cNvSpPr txBox="1"/>
          <p:nvPr/>
        </p:nvSpPr>
        <p:spPr>
          <a:xfrm>
            <a:off x="912019" y="1643747"/>
            <a:ext cx="10855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My music</a:t>
            </a:r>
          </a:p>
          <a:p>
            <a:r>
              <a:rPr lang="en-US" dirty="0"/>
              <a:t>feed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610AA4-3AA9-4AAB-A541-291F163133B4}"/>
              </a:ext>
            </a:extLst>
          </p:cNvPr>
          <p:cNvSpPr txBox="1"/>
          <p:nvPr/>
        </p:nvSpPr>
        <p:spPr>
          <a:xfrm>
            <a:off x="4362608" y="1772722"/>
            <a:ext cx="13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My profile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CB2A3E-FDA3-45A0-ABBB-A514381B4033}"/>
              </a:ext>
            </a:extLst>
          </p:cNvPr>
          <p:cNvSpPr txBox="1"/>
          <p:nvPr/>
        </p:nvSpPr>
        <p:spPr>
          <a:xfrm>
            <a:off x="8525524" y="1782246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 </a:t>
            </a:r>
            <a:r>
              <a:rPr lang="en-US" dirty="0" err="1"/>
              <a:t>myChat</a:t>
            </a:r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5E3608A-EBE5-44F7-8074-AD1830DDD750}"/>
              </a:ext>
            </a:extLst>
          </p:cNvPr>
          <p:cNvSpPr/>
          <p:nvPr/>
        </p:nvSpPr>
        <p:spPr>
          <a:xfrm>
            <a:off x="10338181" y="1504949"/>
            <a:ext cx="1552575" cy="92392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4769CD-09E6-4890-8464-D00066BDC42D}"/>
              </a:ext>
            </a:extLst>
          </p:cNvPr>
          <p:cNvSpPr txBox="1"/>
          <p:nvPr/>
        </p:nvSpPr>
        <p:spPr>
          <a:xfrm>
            <a:off x="10529891" y="1667365"/>
            <a:ext cx="10933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4. Search </a:t>
            </a:r>
          </a:p>
          <a:p>
            <a:r>
              <a:rPr lang="en-US" dirty="0"/>
              <a:t>friends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8679E32-1751-4E6B-BE22-D2A6A35471BB}"/>
              </a:ext>
            </a:extLst>
          </p:cNvPr>
          <p:cNvSpPr/>
          <p:nvPr/>
        </p:nvSpPr>
        <p:spPr>
          <a:xfrm>
            <a:off x="1740397" y="2667002"/>
            <a:ext cx="1552575" cy="92392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476D78-5C78-43FA-8D6C-5AE0719C667A}"/>
              </a:ext>
            </a:extLst>
          </p:cNvPr>
          <p:cNvSpPr txBox="1"/>
          <p:nvPr/>
        </p:nvSpPr>
        <p:spPr>
          <a:xfrm>
            <a:off x="-27828" y="2657476"/>
            <a:ext cx="1174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 Bar with buttons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B635796-7E51-4898-BA7A-79B7F226ED8B}"/>
              </a:ext>
            </a:extLst>
          </p:cNvPr>
          <p:cNvSpPr/>
          <p:nvPr/>
        </p:nvSpPr>
        <p:spPr>
          <a:xfrm>
            <a:off x="0" y="2671762"/>
            <a:ext cx="912019" cy="92392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8F30E111-7DA0-45A5-9AAD-959FE1693127}"/>
              </a:ext>
            </a:extLst>
          </p:cNvPr>
          <p:cNvCxnSpPr>
            <a:stCxn id="2" idx="2"/>
            <a:endCxn id="5" idx="0"/>
          </p:cNvCxnSpPr>
          <p:nvPr/>
        </p:nvCxnSpPr>
        <p:spPr>
          <a:xfrm rot="5400000">
            <a:off x="3587280" y="-894233"/>
            <a:ext cx="266701" cy="453166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DFA2B011-0869-4B46-99ED-9F57CEEC79BA}"/>
              </a:ext>
            </a:extLst>
          </p:cNvPr>
          <p:cNvCxnSpPr>
            <a:stCxn id="2" idx="2"/>
            <a:endCxn id="4" idx="0"/>
          </p:cNvCxnSpPr>
          <p:nvPr/>
        </p:nvCxnSpPr>
        <p:spPr>
          <a:xfrm rot="5400000">
            <a:off x="5381626" y="881063"/>
            <a:ext cx="247650" cy="96202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205FF9CA-1391-4AD0-A40F-AEE3D771E375}"/>
              </a:ext>
            </a:extLst>
          </p:cNvPr>
          <p:cNvCxnSpPr>
            <a:stCxn id="2" idx="2"/>
            <a:endCxn id="3" idx="0"/>
          </p:cNvCxnSpPr>
          <p:nvPr/>
        </p:nvCxnSpPr>
        <p:spPr>
          <a:xfrm rot="16200000" flipH="1">
            <a:off x="7409014" y="-184302"/>
            <a:ext cx="266700" cy="311180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3D010770-4135-4FE0-82C5-7915DBA32353}"/>
              </a:ext>
            </a:extLst>
          </p:cNvPr>
          <p:cNvCxnSpPr>
            <a:stCxn id="2" idx="2"/>
            <a:endCxn id="10" idx="0"/>
          </p:cNvCxnSpPr>
          <p:nvPr/>
        </p:nvCxnSpPr>
        <p:spPr>
          <a:xfrm rot="16200000" flipH="1">
            <a:off x="8417117" y="-1192404"/>
            <a:ext cx="266699" cy="512800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7E03DCE-849A-4F4E-8B73-F53BB5A3FEE7}"/>
              </a:ext>
            </a:extLst>
          </p:cNvPr>
          <p:cNvSpPr/>
          <p:nvPr/>
        </p:nvSpPr>
        <p:spPr>
          <a:xfrm>
            <a:off x="3654921" y="2667684"/>
            <a:ext cx="917079" cy="92392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9C4964C-AAB5-4FF4-937E-29A846CE0E32}"/>
              </a:ext>
            </a:extLst>
          </p:cNvPr>
          <p:cNvSpPr/>
          <p:nvPr/>
        </p:nvSpPr>
        <p:spPr>
          <a:xfrm>
            <a:off x="4823532" y="2657476"/>
            <a:ext cx="917080" cy="92392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08ACE9-7A7D-48EF-A7F5-25F01A4D22DF}"/>
              </a:ext>
            </a:extLst>
          </p:cNvPr>
          <p:cNvSpPr txBox="1"/>
          <p:nvPr/>
        </p:nvSpPr>
        <p:spPr>
          <a:xfrm>
            <a:off x="1775820" y="2810558"/>
            <a:ext cx="14491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List item with</a:t>
            </a:r>
          </a:p>
          <a:p>
            <a:r>
              <a:rPr lang="en-US" dirty="0"/>
              <a:t>Recent posts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6003F99-BFEA-493B-9BBC-55F9D45D3A5F}"/>
              </a:ext>
            </a:extLst>
          </p:cNvPr>
          <p:cNvSpPr/>
          <p:nvPr/>
        </p:nvSpPr>
        <p:spPr>
          <a:xfrm>
            <a:off x="1740396" y="3829053"/>
            <a:ext cx="1552575" cy="47624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9D53C2-C437-4F40-8906-9C65D46508E9}"/>
              </a:ext>
            </a:extLst>
          </p:cNvPr>
          <p:cNvSpPr txBox="1"/>
          <p:nvPr/>
        </p:nvSpPr>
        <p:spPr>
          <a:xfrm>
            <a:off x="2231084" y="3898561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0EF69C9-EA81-45F0-8542-20C3A029FC2B}"/>
              </a:ext>
            </a:extLst>
          </p:cNvPr>
          <p:cNvSpPr/>
          <p:nvPr/>
        </p:nvSpPr>
        <p:spPr>
          <a:xfrm>
            <a:off x="1740396" y="4573758"/>
            <a:ext cx="490688" cy="47624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FC4962A-3448-41AC-BB6D-778D9B991853}"/>
              </a:ext>
            </a:extLst>
          </p:cNvPr>
          <p:cNvSpPr txBox="1"/>
          <p:nvPr/>
        </p:nvSpPr>
        <p:spPr>
          <a:xfrm>
            <a:off x="1697362" y="4630911"/>
            <a:ext cx="600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Like 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C0F9C62-4FEF-4C36-98B8-282147470344}"/>
              </a:ext>
            </a:extLst>
          </p:cNvPr>
          <p:cNvSpPr/>
          <p:nvPr/>
        </p:nvSpPr>
        <p:spPr>
          <a:xfrm>
            <a:off x="2349834" y="4573758"/>
            <a:ext cx="490688" cy="47624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2819983-9F84-489A-BE47-7BA9C3957CA0}"/>
              </a:ext>
            </a:extLst>
          </p:cNvPr>
          <p:cNvSpPr/>
          <p:nvPr/>
        </p:nvSpPr>
        <p:spPr>
          <a:xfrm>
            <a:off x="2942456" y="4581529"/>
            <a:ext cx="490688" cy="47624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5C1578-09B5-4009-92C7-0388FDE89CDA}"/>
              </a:ext>
            </a:extLst>
          </p:cNvPr>
          <p:cNvSpPr txBox="1"/>
          <p:nvPr/>
        </p:nvSpPr>
        <p:spPr>
          <a:xfrm>
            <a:off x="2302432" y="4657991"/>
            <a:ext cx="9225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comm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2B9C37-D399-4C94-9A83-53C8931BDF5B}"/>
              </a:ext>
            </a:extLst>
          </p:cNvPr>
          <p:cNvSpPr txBox="1"/>
          <p:nvPr/>
        </p:nvSpPr>
        <p:spPr>
          <a:xfrm>
            <a:off x="2937075" y="4621088"/>
            <a:ext cx="478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tag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3EF8D73-0F55-4E7D-8C9B-AB5478751FE2}"/>
              </a:ext>
            </a:extLst>
          </p:cNvPr>
          <p:cNvSpPr/>
          <p:nvPr/>
        </p:nvSpPr>
        <p:spPr>
          <a:xfrm>
            <a:off x="2595495" y="542163"/>
            <a:ext cx="281751" cy="2817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0E5FB64-49DF-4950-8D04-1BD559FECA92}"/>
              </a:ext>
            </a:extLst>
          </p:cNvPr>
          <p:cNvSpPr/>
          <p:nvPr/>
        </p:nvSpPr>
        <p:spPr>
          <a:xfrm>
            <a:off x="3009740" y="3937401"/>
            <a:ext cx="281751" cy="2817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4C89C54-C801-4D1E-AFC5-397E557EC0D8}"/>
              </a:ext>
            </a:extLst>
          </p:cNvPr>
          <p:cNvSpPr/>
          <p:nvPr/>
        </p:nvSpPr>
        <p:spPr>
          <a:xfrm>
            <a:off x="1536044" y="4844458"/>
            <a:ext cx="281751" cy="2817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CCB20F51-69D3-4601-AAC3-FA5A41921418}"/>
              </a:ext>
            </a:extLst>
          </p:cNvPr>
          <p:cNvSpPr/>
          <p:nvPr/>
        </p:nvSpPr>
        <p:spPr>
          <a:xfrm>
            <a:off x="678509" y="1512718"/>
            <a:ext cx="1497841" cy="876301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D30FF546-D6B2-4976-A151-6CB7733D0241}"/>
              </a:ext>
            </a:extLst>
          </p:cNvPr>
          <p:cNvSpPr/>
          <p:nvPr/>
        </p:nvSpPr>
        <p:spPr>
          <a:xfrm>
            <a:off x="8340278" y="1550820"/>
            <a:ext cx="1497841" cy="876301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3F144C9F-2974-426B-A6A7-FDC568C74BD8}"/>
              </a:ext>
            </a:extLst>
          </p:cNvPr>
          <p:cNvSpPr/>
          <p:nvPr/>
        </p:nvSpPr>
        <p:spPr>
          <a:xfrm>
            <a:off x="4302884" y="1504950"/>
            <a:ext cx="1497841" cy="876301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06BCDE7-A00F-4D11-A940-98A45938AD5C}"/>
              </a:ext>
            </a:extLst>
          </p:cNvPr>
          <p:cNvSpPr/>
          <p:nvPr/>
        </p:nvSpPr>
        <p:spPr>
          <a:xfrm>
            <a:off x="10365549" y="1525404"/>
            <a:ext cx="1497841" cy="876301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F8C87D27-6734-41AA-AB3F-F45D05DFE17B}"/>
              </a:ext>
            </a:extLst>
          </p:cNvPr>
          <p:cNvSpPr/>
          <p:nvPr/>
        </p:nvSpPr>
        <p:spPr>
          <a:xfrm>
            <a:off x="3851940" y="4621088"/>
            <a:ext cx="1956954" cy="493298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FC31D91-AEC1-467D-8C51-05C507089DA8}"/>
              </a:ext>
            </a:extLst>
          </p:cNvPr>
          <p:cNvSpPr/>
          <p:nvPr/>
        </p:nvSpPr>
        <p:spPr>
          <a:xfrm>
            <a:off x="-18325" y="3855022"/>
            <a:ext cx="281751" cy="2817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6A6D8968-AF83-485B-BA94-5900DB0408CB}"/>
              </a:ext>
            </a:extLst>
          </p:cNvPr>
          <p:cNvSpPr/>
          <p:nvPr/>
        </p:nvSpPr>
        <p:spPr>
          <a:xfrm>
            <a:off x="344416" y="3849263"/>
            <a:ext cx="281751" cy="2817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04A5B896-2407-4DE1-B142-DD6732C55082}"/>
              </a:ext>
            </a:extLst>
          </p:cNvPr>
          <p:cNvSpPr/>
          <p:nvPr/>
        </p:nvSpPr>
        <p:spPr>
          <a:xfrm>
            <a:off x="720160" y="3849263"/>
            <a:ext cx="281751" cy="2817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FF669D0-EBD6-499C-9AE1-48A3B80227D1}"/>
              </a:ext>
            </a:extLst>
          </p:cNvPr>
          <p:cNvSpPr txBox="1"/>
          <p:nvPr/>
        </p:nvSpPr>
        <p:spPr>
          <a:xfrm>
            <a:off x="3743600" y="2665458"/>
            <a:ext cx="8075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List of preview posted songs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0DBA13-5E03-4862-870E-690FA6927768}"/>
              </a:ext>
            </a:extLst>
          </p:cNvPr>
          <p:cNvSpPr txBox="1"/>
          <p:nvPr/>
        </p:nvSpPr>
        <p:spPr>
          <a:xfrm>
            <a:off x="4882911" y="2687804"/>
            <a:ext cx="8075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List of preview tagged songs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9844EDFE-1343-4816-A866-C6E05D69F27C}"/>
              </a:ext>
            </a:extLst>
          </p:cNvPr>
          <p:cNvSpPr/>
          <p:nvPr/>
        </p:nvSpPr>
        <p:spPr>
          <a:xfrm>
            <a:off x="3952876" y="3829052"/>
            <a:ext cx="1552575" cy="47624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19281BA-B74C-4028-A214-47F38112B7F0}"/>
              </a:ext>
            </a:extLst>
          </p:cNvPr>
          <p:cNvCxnSpPr>
            <a:cxnSpLocks/>
            <a:stCxn id="49" idx="1"/>
            <a:endCxn id="26" idx="3"/>
          </p:cNvCxnSpPr>
          <p:nvPr/>
        </p:nvCxnSpPr>
        <p:spPr>
          <a:xfrm flipH="1">
            <a:off x="3292971" y="4067176"/>
            <a:ext cx="65990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B2D1D9D-4CDA-4C6D-8A6E-15CB9E292687}"/>
              </a:ext>
            </a:extLst>
          </p:cNvPr>
          <p:cNvCxnSpPr>
            <a:cxnSpLocks/>
            <a:stCxn id="26" idx="3"/>
            <a:endCxn id="49" idx="1"/>
          </p:cNvCxnSpPr>
          <p:nvPr/>
        </p:nvCxnSpPr>
        <p:spPr>
          <a:xfrm flipV="1">
            <a:off x="3292971" y="4067176"/>
            <a:ext cx="65990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00BCC5DD-9516-4519-9F81-639905B0247C}"/>
              </a:ext>
            </a:extLst>
          </p:cNvPr>
          <p:cNvSpPr txBox="1"/>
          <p:nvPr/>
        </p:nvSpPr>
        <p:spPr>
          <a:xfrm>
            <a:off x="4064363" y="3885430"/>
            <a:ext cx="1411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Preview item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D21CDE1-237A-4B49-B51A-64795C47DE48}"/>
              </a:ext>
            </a:extLst>
          </p:cNvPr>
          <p:cNvSpPr txBox="1"/>
          <p:nvPr/>
        </p:nvSpPr>
        <p:spPr>
          <a:xfrm>
            <a:off x="4194584" y="4680673"/>
            <a:ext cx="1329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Single item?</a:t>
            </a:r>
          </a:p>
        </p:txBody>
      </p: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62A41E41-148B-4672-A3DC-884D0BA986C1}"/>
              </a:ext>
            </a:extLst>
          </p:cNvPr>
          <p:cNvCxnSpPr>
            <a:stCxn id="12" idx="2"/>
            <a:endCxn id="26" idx="0"/>
          </p:cNvCxnSpPr>
          <p:nvPr/>
        </p:nvCxnSpPr>
        <p:spPr>
          <a:xfrm rot="5400000">
            <a:off x="2397622" y="3709990"/>
            <a:ext cx="238126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C3F586DD-EBE2-4D70-9FAE-69A4C6F6B089}"/>
              </a:ext>
            </a:extLst>
          </p:cNvPr>
          <p:cNvCxnSpPr>
            <a:stCxn id="14" idx="2"/>
            <a:endCxn id="43" idx="0"/>
          </p:cNvCxnSpPr>
          <p:nvPr/>
        </p:nvCxnSpPr>
        <p:spPr>
          <a:xfrm rot="5400000">
            <a:off x="159614" y="3558625"/>
            <a:ext cx="259335" cy="33345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8BA3B3BA-4010-44EC-8D14-E52F99158FF4}"/>
              </a:ext>
            </a:extLst>
          </p:cNvPr>
          <p:cNvCxnSpPr>
            <a:stCxn id="14" idx="2"/>
            <a:endCxn id="45" idx="0"/>
          </p:cNvCxnSpPr>
          <p:nvPr/>
        </p:nvCxnSpPr>
        <p:spPr>
          <a:xfrm rot="16200000" flipH="1">
            <a:off x="343863" y="3707834"/>
            <a:ext cx="253576" cy="2928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D42E06F8-9085-4F2B-B770-40180FBDB361}"/>
              </a:ext>
            </a:extLst>
          </p:cNvPr>
          <p:cNvCxnSpPr>
            <a:stCxn id="14" idx="2"/>
            <a:endCxn id="46" idx="0"/>
          </p:cNvCxnSpPr>
          <p:nvPr/>
        </p:nvCxnSpPr>
        <p:spPr>
          <a:xfrm rot="16200000" flipH="1">
            <a:off x="531735" y="3519962"/>
            <a:ext cx="253576" cy="40502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5B3E1083-228D-4D17-8400-0A12509BF9D9}"/>
              </a:ext>
            </a:extLst>
          </p:cNvPr>
          <p:cNvCxnSpPr>
            <a:stCxn id="47" idx="2"/>
            <a:endCxn id="58" idx="0"/>
          </p:cNvCxnSpPr>
          <p:nvPr/>
        </p:nvCxnSpPr>
        <p:spPr>
          <a:xfrm rot="16200000" flipH="1">
            <a:off x="4325735" y="3441223"/>
            <a:ext cx="265865" cy="62254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3F92B88E-FC8A-4003-9C45-0DF784A03BC0}"/>
              </a:ext>
            </a:extLst>
          </p:cNvPr>
          <p:cNvCxnSpPr>
            <a:stCxn id="48" idx="2"/>
            <a:endCxn id="49" idx="0"/>
          </p:cNvCxnSpPr>
          <p:nvPr/>
        </p:nvCxnSpPr>
        <p:spPr>
          <a:xfrm rot="5400000">
            <a:off x="4914364" y="3456711"/>
            <a:ext cx="187141" cy="5575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2B7C62C1-0CBC-42AC-9E03-198FC7AB1F8E}"/>
              </a:ext>
            </a:extLst>
          </p:cNvPr>
          <p:cNvCxnSpPr>
            <a:stCxn id="40" idx="2"/>
            <a:endCxn id="47" idx="0"/>
          </p:cNvCxnSpPr>
          <p:nvPr/>
        </p:nvCxnSpPr>
        <p:spPr>
          <a:xfrm rot="5400000">
            <a:off x="4457496" y="2071148"/>
            <a:ext cx="284207" cy="90441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5E1296A7-C835-4549-B04C-C61BFBD669B6}"/>
              </a:ext>
            </a:extLst>
          </p:cNvPr>
          <p:cNvCxnSpPr>
            <a:stCxn id="40" idx="2"/>
            <a:endCxn id="24" idx="0"/>
          </p:cNvCxnSpPr>
          <p:nvPr/>
        </p:nvCxnSpPr>
        <p:spPr>
          <a:xfrm rot="16200000" flipH="1">
            <a:off x="5028826" y="2404229"/>
            <a:ext cx="276225" cy="23026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D78453CA-C88E-41C4-9557-5317D7B465D6}"/>
              </a:ext>
            </a:extLst>
          </p:cNvPr>
          <p:cNvCxnSpPr>
            <a:stCxn id="27" idx="2"/>
            <a:endCxn id="29" idx="0"/>
          </p:cNvCxnSpPr>
          <p:nvPr/>
        </p:nvCxnSpPr>
        <p:spPr>
          <a:xfrm rot="5400000">
            <a:off x="2085763" y="4179704"/>
            <a:ext cx="363018" cy="53939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A4235E1B-A39A-410E-A224-FEFC1F5D7C60}"/>
              </a:ext>
            </a:extLst>
          </p:cNvPr>
          <p:cNvCxnSpPr>
            <a:stCxn id="26" idx="2"/>
            <a:endCxn id="30" idx="0"/>
          </p:cNvCxnSpPr>
          <p:nvPr/>
        </p:nvCxnSpPr>
        <p:spPr>
          <a:xfrm rot="16200000" flipH="1">
            <a:off x="2421702" y="4400282"/>
            <a:ext cx="268458" cy="7849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C767F048-7F46-4E28-B890-4CAF0D2ECF1E}"/>
              </a:ext>
            </a:extLst>
          </p:cNvPr>
          <p:cNvCxnSpPr>
            <a:stCxn id="27" idx="2"/>
            <a:endCxn id="33" idx="0"/>
          </p:cNvCxnSpPr>
          <p:nvPr/>
        </p:nvCxnSpPr>
        <p:spPr>
          <a:xfrm rot="16200000" flipH="1">
            <a:off x="2680026" y="4124837"/>
            <a:ext cx="353195" cy="63930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853E6745-5BF5-4832-B2F2-A5DEF930B2DA}"/>
              </a:ext>
            </a:extLst>
          </p:cNvPr>
          <p:cNvCxnSpPr>
            <a:cxnSpLocks/>
            <a:stCxn id="49" idx="2"/>
            <a:endCxn id="42" idx="0"/>
          </p:cNvCxnSpPr>
          <p:nvPr/>
        </p:nvCxnSpPr>
        <p:spPr>
          <a:xfrm rot="16200000" flipH="1">
            <a:off x="4621896" y="4412566"/>
            <a:ext cx="315789" cy="10125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02DC4C9D-3F7D-46FC-A06F-9FD93EF3EE87}"/>
              </a:ext>
            </a:extLst>
          </p:cNvPr>
          <p:cNvSpPr/>
          <p:nvPr/>
        </p:nvSpPr>
        <p:spPr>
          <a:xfrm>
            <a:off x="6236987" y="1525404"/>
            <a:ext cx="1497841" cy="876301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5ABF118-B4EC-48ED-81E9-8491256BFFAF}"/>
              </a:ext>
            </a:extLst>
          </p:cNvPr>
          <p:cNvSpPr txBox="1"/>
          <p:nvPr/>
        </p:nvSpPr>
        <p:spPr>
          <a:xfrm>
            <a:off x="6471482" y="1514562"/>
            <a:ext cx="12633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Saved songs/ playlists</a:t>
            </a:r>
          </a:p>
        </p:txBody>
      </p: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14A0EDD2-5DA6-4C9E-BC99-BA38B482B44C}"/>
              </a:ext>
            </a:extLst>
          </p:cNvPr>
          <p:cNvCxnSpPr>
            <a:stCxn id="38" idx="2"/>
            <a:endCxn id="14" idx="0"/>
          </p:cNvCxnSpPr>
          <p:nvPr/>
        </p:nvCxnSpPr>
        <p:spPr>
          <a:xfrm rot="5400000">
            <a:off x="800349" y="2044680"/>
            <a:ext cx="282743" cy="97142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E922254F-71F1-4DF5-8FD9-8A411C0B9386}"/>
              </a:ext>
            </a:extLst>
          </p:cNvPr>
          <p:cNvCxnSpPr>
            <a:stCxn id="38" idx="2"/>
            <a:endCxn id="12" idx="0"/>
          </p:cNvCxnSpPr>
          <p:nvPr/>
        </p:nvCxnSpPr>
        <p:spPr>
          <a:xfrm rot="16200000" flipH="1">
            <a:off x="1833066" y="1983382"/>
            <a:ext cx="277983" cy="108925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1571DC36-A6DE-403D-A104-44CB0E1B7BDC}"/>
              </a:ext>
            </a:extLst>
          </p:cNvPr>
          <p:cNvSpPr/>
          <p:nvPr/>
        </p:nvSpPr>
        <p:spPr>
          <a:xfrm>
            <a:off x="6191827" y="2648016"/>
            <a:ext cx="1552575" cy="92392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F1AA19F-5E60-4207-9715-D6C0E5433EC0}"/>
              </a:ext>
            </a:extLst>
          </p:cNvPr>
          <p:cNvSpPr txBox="1"/>
          <p:nvPr/>
        </p:nvSpPr>
        <p:spPr>
          <a:xfrm>
            <a:off x="6600251" y="2667597"/>
            <a:ext cx="11126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List of saved items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F7D497E4-6DFE-40EA-895A-57E2B547DFBA}"/>
              </a:ext>
            </a:extLst>
          </p:cNvPr>
          <p:cNvCxnSpPr>
            <a:cxnSpLocks/>
          </p:cNvCxnSpPr>
          <p:nvPr/>
        </p:nvCxnSpPr>
        <p:spPr>
          <a:xfrm>
            <a:off x="6985907" y="2381249"/>
            <a:ext cx="0" cy="266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1759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60</Words>
  <Application>Microsoft Office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Merela S</dc:creator>
  <cp:lastModifiedBy>Merela S</cp:lastModifiedBy>
  <cp:revision>8</cp:revision>
  <dcterms:created xsi:type="dcterms:W3CDTF">2021-02-12T08:21:30Z</dcterms:created>
  <dcterms:modified xsi:type="dcterms:W3CDTF">2021-02-12T09:48:39Z</dcterms:modified>
</cp:coreProperties>
</file>